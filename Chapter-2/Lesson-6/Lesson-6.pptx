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3"/>
  </p:notesMasterIdLst>
  <p:sldIdLst>
    <p:sldId id="256" r:id="rId3"/>
    <p:sldId id="257" r:id="rId4"/>
    <p:sldId id="304" r:id="rId5"/>
    <p:sldId id="332" r:id="rId6"/>
    <p:sldId id="333" r:id="rId7"/>
    <p:sldId id="334" r:id="rId8"/>
    <p:sldId id="335" r:id="rId9"/>
    <p:sldId id="336" r:id="rId10"/>
    <p:sldId id="264" r:id="rId11"/>
    <p:sldId id="263" r:id="rId1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14:57:43.5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96 27 1360 0 0,'-35'-7'1120'0'0,"6"-1"-232"0"0,8 4-196 0 0,10-1-168 0 0,11 2 140 0 0,13 5-472 0 0,13 1-1088 0 0,-10-3-152 0 0,12 0 52 0 0,40 12 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14:57:43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1860 0 0,'169'22'6629'0'0,"-154"-19"-7250"0"0,-22-1-2186 0 0,-21 0 543 0 0,9-3 1341 0 0,-3 1 13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14:57:59.1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0 134 996 0 0,'12'-25'7125'0'0,"-11"15"-7747"0"0,-1 9-661 0 0,0-1 65 0 0,1-3 868 0 0,-1 1 1 0 0,1-1-1 0 0,0 1 1 0 0,0-1-1 0 0,3-6 0 0 0,4-20-716 0 0,-5 0 108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14:58:00.4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 1280 0 0,'2'-2'420'0'0,"0"2"216"0"0,-2-1-328 0 0,3-2 100 0 0,-3 1-240 0 0,1 2-12 0 0,1-1-28 0 0,-2-1-4 0 0,0 1-88 0 0,2-1-172 0 0,-2-1-296 0 0,0 0-628 0 0,-2 0-40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14:58:08.1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0 1604 0 0,'-24'6'768'0'0,"-2"2"-120"0"0,4 1-204 0 0,4 0-52 0 0,-2 0-1008 0 0,0-2-300 0 0,6-5 28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14:58:10.3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177 1 1944 0 0,'-16'0'1044'0'0,"5"0"-252"0"0,-15 24-200 0 0,10-6-276 0 0,0 7-24 0 0,-2 2-912 0 0,-1 3-344 0 0,-6 6-4 0 0,-4 6 132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5:06:49.8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5:19:25.7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24575,'4'0'0,"4"0"0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52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5.xml"/><Relationship Id="rId1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customXml" Target="../ink/ink2.xml"/><Relationship Id="rId12" Type="http://schemas.openxmlformats.org/officeDocument/2006/relationships/image" Target="../media/image15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2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14.png"/><Relationship Id="rId19" Type="http://schemas.openxmlformats.org/officeDocument/2006/relationships/customXml" Target="../ink/ink8.xml"/><Relationship Id="rId4" Type="http://schemas.openxmlformats.org/officeDocument/2006/relationships/image" Target="../media/image11.svg"/><Relationship Id="rId9" Type="http://schemas.openxmlformats.org/officeDocument/2006/relationships/customXml" Target="../ink/ink3.xml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  <a:latin typeface="+mn-lt"/>
              </a:rPr>
              <a:t>Position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Animation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Transform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Transition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21970" y="504499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Position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26024-FDA5-BC94-3EB2-460F136C5A03}"/>
              </a:ext>
            </a:extLst>
          </p:cNvPr>
          <p:cNvSpPr txBox="1"/>
          <p:nvPr/>
        </p:nvSpPr>
        <p:spPr>
          <a:xfrm>
            <a:off x="527760" y="1073976"/>
            <a:ext cx="86162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 position property specifies the type of positioning method used for an element.</a:t>
            </a:r>
            <a:br>
              <a:rPr lang="en-US" sz="1800" dirty="0"/>
            </a:br>
            <a:endParaRPr lang="en-US" sz="1800" dirty="0"/>
          </a:p>
          <a:p>
            <a:pPr algn="l"/>
            <a:r>
              <a:rPr lang="en-US" sz="1800" dirty="0"/>
              <a:t>There are five different position values:</a:t>
            </a:r>
          </a:p>
          <a:p>
            <a:r>
              <a:rPr lang="en-US" sz="1800" dirty="0"/>
              <a:t>static</a:t>
            </a:r>
          </a:p>
          <a:p>
            <a:r>
              <a:rPr lang="en-US" sz="1800" dirty="0"/>
              <a:t>relative</a:t>
            </a:r>
          </a:p>
          <a:p>
            <a:r>
              <a:rPr lang="en-US" sz="1800" dirty="0"/>
              <a:t>fixed</a:t>
            </a:r>
          </a:p>
          <a:p>
            <a:r>
              <a:rPr lang="en-US" sz="1800" dirty="0"/>
              <a:t>absolute</a:t>
            </a:r>
          </a:p>
          <a:p>
            <a:r>
              <a:rPr lang="en-US" sz="1800" dirty="0"/>
              <a:t>sticky</a:t>
            </a:r>
          </a:p>
          <a:p>
            <a:br>
              <a:rPr lang="en-US" sz="1800" dirty="0">
                <a:latin typeface="Consolas" panose="020B0609020204030204" pitchFamily="49" charset="0"/>
              </a:rPr>
            </a:br>
            <a:endParaRPr lang="en-US" sz="1800" dirty="0">
              <a:latin typeface="Consolas" panose="020B0609020204030204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F860CA-A08B-C663-CB6E-2C71D4ACB096}"/>
              </a:ext>
            </a:extLst>
          </p:cNvPr>
          <p:cNvGrpSpPr/>
          <p:nvPr/>
        </p:nvGrpSpPr>
        <p:grpSpPr>
          <a:xfrm>
            <a:off x="7427340" y="1645680"/>
            <a:ext cx="1920240" cy="2038320"/>
            <a:chOff x="7427340" y="1645680"/>
            <a:chExt cx="1920240" cy="20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CD7636-37C7-62BF-3238-2CE22696CD5A}"/>
                    </a:ext>
                  </a:extLst>
                </p14:cNvPr>
                <p14:cNvContentPartPr/>
                <p14:nvPr/>
              </p14:nvContentPartPr>
              <p14:xfrm>
                <a:off x="8548380" y="1645680"/>
                <a:ext cx="54360" cy="10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CD7636-37C7-62BF-3238-2CE22696CD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39380" y="1636680"/>
                  <a:ext cx="72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2E9C0A-8654-5472-2FF9-F62F785F1AD9}"/>
                    </a:ext>
                  </a:extLst>
                </p14:cNvPr>
                <p14:cNvContentPartPr/>
                <p14:nvPr/>
              </p14:nvContentPartPr>
              <p14:xfrm>
                <a:off x="9280980" y="1711920"/>
                <a:ext cx="66600" cy="10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2E9C0A-8654-5472-2FF9-F62F785F1A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72340" y="1703280"/>
                  <a:ext cx="84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ABECC8A-1BB7-1BF0-4DF1-F4DA8EBDE953}"/>
                    </a:ext>
                  </a:extLst>
                </p14:cNvPr>
                <p14:cNvContentPartPr/>
                <p14:nvPr/>
              </p14:nvContentPartPr>
              <p14:xfrm>
                <a:off x="7675020" y="2942400"/>
                <a:ext cx="11880" cy="48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ABECC8A-1BB7-1BF0-4DF1-F4DA8EBDE9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6020" y="2933400"/>
                  <a:ext cx="29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B06354-D09E-E030-5787-B11E6418977F}"/>
                    </a:ext>
                  </a:extLst>
                </p14:cNvPr>
                <p14:cNvContentPartPr/>
                <p14:nvPr/>
              </p14:nvContentPartPr>
              <p14:xfrm>
                <a:off x="7427340" y="3675360"/>
                <a:ext cx="4320" cy="8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B06354-D09E-E030-5787-B11E641897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18340" y="3666360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62FF10E-298C-E899-1FA8-F9F88D2BC0A6}"/>
              </a:ext>
            </a:extLst>
          </p:cNvPr>
          <p:cNvGrpSpPr/>
          <p:nvPr/>
        </p:nvGrpSpPr>
        <p:grpSpPr>
          <a:xfrm>
            <a:off x="2689740" y="1247520"/>
            <a:ext cx="827640" cy="537480"/>
            <a:chOff x="2689740" y="1247520"/>
            <a:chExt cx="82764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D34575-B00E-95A9-32E6-3F74C6B4E354}"/>
                    </a:ext>
                  </a:extLst>
                </p14:cNvPr>
                <p14:cNvContentPartPr/>
                <p14:nvPr/>
              </p14:nvContentPartPr>
              <p14:xfrm>
                <a:off x="2689740" y="1766640"/>
                <a:ext cx="52200" cy="18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D34575-B00E-95A9-32E6-3F74C6B4E35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81100" y="1757640"/>
                  <a:ext cx="69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4E0C11-78F7-5687-40C4-08A29785433E}"/>
                    </a:ext>
                  </a:extLst>
                </p14:cNvPr>
                <p14:cNvContentPartPr/>
                <p14:nvPr/>
              </p14:nvContentPartPr>
              <p14:xfrm>
                <a:off x="3453660" y="1247520"/>
                <a:ext cx="63720" cy="73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44E0C11-78F7-5687-40C4-08A2978543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45020" y="1238880"/>
                  <a:ext cx="8136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B18203D-22A2-59E2-7EC8-3A8C0841D515}"/>
                  </a:ext>
                </a:extLst>
              </p14:cNvPr>
              <p14:cNvContentPartPr/>
              <p14:nvPr/>
            </p14:nvContentPartPr>
            <p14:xfrm>
              <a:off x="-701460" y="5226960"/>
              <a:ext cx="36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B18203D-22A2-59E2-7EC8-3A8C0841D51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710100" y="52183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3807C41-3D5F-966F-3B39-E5CC5C7D5A21}"/>
                  </a:ext>
                </a:extLst>
              </p14:cNvPr>
              <p14:cNvContentPartPr/>
              <p14:nvPr/>
            </p14:nvContentPartPr>
            <p14:xfrm>
              <a:off x="822780" y="2880120"/>
              <a:ext cx="468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3807C41-3D5F-966F-3B39-E5CC5C7D5A2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3780" y="2871120"/>
                <a:ext cx="2232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35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Animations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26024-FDA5-BC94-3EB2-460F136C5A03}"/>
              </a:ext>
            </a:extLst>
          </p:cNvPr>
          <p:cNvSpPr txBox="1"/>
          <p:nvPr/>
        </p:nvSpPr>
        <p:spPr>
          <a:xfrm>
            <a:off x="527761" y="1073976"/>
            <a:ext cx="84353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CSS allows animation of HTML elements without using JavaScript.</a:t>
            </a:r>
          </a:p>
          <a:p>
            <a:pPr algn="l"/>
            <a:r>
              <a:rPr lang="en-US" sz="1800" dirty="0"/>
              <a:t>An animation lets an element gradually change from one style to another.</a:t>
            </a:r>
          </a:p>
          <a:p>
            <a:pPr algn="l"/>
            <a:r>
              <a:rPr lang="en-US" sz="1800" dirty="0"/>
              <a:t>You can change as many CSS properties you want, as many times as you want.</a:t>
            </a:r>
          </a:p>
          <a:p>
            <a:pPr algn="l"/>
            <a:r>
              <a:rPr lang="en-US" sz="1800" dirty="0"/>
              <a:t>To use CSS animation, you must first specify some keyframes for the animation.</a:t>
            </a:r>
          </a:p>
          <a:p>
            <a:endParaRPr lang="en-IN" sz="1800" dirty="0"/>
          </a:p>
          <a:p>
            <a:r>
              <a:rPr lang="en-IN" sz="1800" b="1" dirty="0"/>
              <a:t> Animation Properties:</a:t>
            </a:r>
            <a:br>
              <a:rPr lang="en-IN" sz="1800" dirty="0"/>
            </a:br>
            <a:r>
              <a:rPr lang="en-IN" sz="1800" dirty="0"/>
              <a:t> animation-name</a:t>
            </a:r>
            <a:br>
              <a:rPr lang="en-IN" sz="1800" dirty="0"/>
            </a:br>
            <a:r>
              <a:rPr lang="en-IN" sz="1800" dirty="0"/>
              <a:t> animation-duration</a:t>
            </a:r>
            <a:br>
              <a:rPr lang="en-IN" sz="1800" dirty="0"/>
            </a:br>
            <a:r>
              <a:rPr lang="en-IN" sz="1800" dirty="0"/>
              <a:t> animation-timing-function</a:t>
            </a:r>
            <a:br>
              <a:rPr lang="en-IN" sz="1800" dirty="0"/>
            </a:br>
            <a:r>
              <a:rPr lang="en-IN" sz="1800" dirty="0"/>
              <a:t> animation-delay</a:t>
            </a:r>
            <a:br>
              <a:rPr lang="en-IN" sz="1800" dirty="0"/>
            </a:br>
            <a:r>
              <a:rPr lang="en-IN" sz="1800" dirty="0"/>
              <a:t> animation-iteration-count</a:t>
            </a:r>
            <a:br>
              <a:rPr lang="en-IN" sz="1800" dirty="0"/>
            </a:br>
            <a:r>
              <a:rPr lang="en-IN" sz="1800" dirty="0"/>
              <a:t> animation-direction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5043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Browser Support</a:t>
            </a:r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C92A3C-E94D-D127-B476-06A692330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504" y="1369448"/>
            <a:ext cx="6792992" cy="9680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96BD69-4B79-D982-0A02-4A469A950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26" y="2903811"/>
            <a:ext cx="6792993" cy="9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5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Transitions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E4103-5262-2784-DAD3-9D4D1D0373FE}"/>
              </a:ext>
            </a:extLst>
          </p:cNvPr>
          <p:cNvSpPr txBox="1"/>
          <p:nvPr/>
        </p:nvSpPr>
        <p:spPr>
          <a:xfrm>
            <a:off x="514350" y="1163811"/>
            <a:ext cx="76503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CSS transitions allows you to change property values smoothly, over a given duration.</a:t>
            </a:r>
          </a:p>
          <a:p>
            <a:endParaRPr lang="en-IN" sz="1800" dirty="0"/>
          </a:p>
          <a:p>
            <a:r>
              <a:rPr lang="en-IN" sz="1800" dirty="0"/>
              <a:t>transition</a:t>
            </a:r>
          </a:p>
          <a:p>
            <a:r>
              <a:rPr lang="en-IN" sz="1800" dirty="0"/>
              <a:t>transition-delay</a:t>
            </a:r>
          </a:p>
          <a:p>
            <a:r>
              <a:rPr lang="en-IN" sz="1800" dirty="0"/>
              <a:t>transition-duration</a:t>
            </a:r>
          </a:p>
          <a:p>
            <a:r>
              <a:rPr lang="en-IN" sz="1800" dirty="0"/>
              <a:t>transition-property</a:t>
            </a:r>
          </a:p>
          <a:p>
            <a:r>
              <a:rPr lang="en-IN" sz="1800" dirty="0"/>
              <a:t>transition-timing-function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0967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Browser Support</a:t>
            </a:r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96BD69-4B79-D982-0A02-4A469A950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504" y="2087702"/>
            <a:ext cx="6792993" cy="9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7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Transform (2D)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E56360-E20F-F276-2AAF-8038AA6EEDB7}"/>
              </a:ext>
            </a:extLst>
          </p:cNvPr>
          <p:cNvSpPr txBox="1"/>
          <p:nvPr/>
        </p:nvSpPr>
        <p:spPr>
          <a:xfrm>
            <a:off x="438283" y="1163811"/>
            <a:ext cx="76503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CSS transforms allow you to move, rotate, scale, and skew elements.</a:t>
            </a:r>
          </a:p>
          <a:p>
            <a:endParaRPr lang="en-US" sz="1800" dirty="0"/>
          </a:p>
          <a:p>
            <a:r>
              <a:rPr lang="en-US" sz="1800" dirty="0"/>
              <a:t>Following 2D transform methods:</a:t>
            </a:r>
          </a:p>
          <a:p>
            <a:r>
              <a:rPr lang="en-US" sz="1800" dirty="0"/>
              <a:t>translate()</a:t>
            </a:r>
          </a:p>
          <a:p>
            <a:r>
              <a:rPr lang="en-US" sz="1800" dirty="0"/>
              <a:t>rotate()</a:t>
            </a:r>
          </a:p>
          <a:p>
            <a:r>
              <a:rPr lang="en-US" sz="1800" dirty="0" err="1"/>
              <a:t>scaleX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scaleY</a:t>
            </a:r>
            <a:r>
              <a:rPr lang="en-US" sz="1800" dirty="0"/>
              <a:t>()</a:t>
            </a:r>
          </a:p>
          <a:p>
            <a:r>
              <a:rPr lang="en-US" sz="1800" dirty="0"/>
              <a:t>scale()</a:t>
            </a:r>
          </a:p>
          <a:p>
            <a:r>
              <a:rPr lang="en-US" sz="1800" dirty="0" err="1"/>
              <a:t>skewX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skewY</a:t>
            </a:r>
            <a:r>
              <a:rPr lang="en-US" sz="1800" dirty="0"/>
              <a:t>()</a:t>
            </a:r>
          </a:p>
          <a:p>
            <a:r>
              <a:rPr lang="en-US" sz="1800" dirty="0"/>
              <a:t>skew()</a:t>
            </a:r>
          </a:p>
          <a:p>
            <a:r>
              <a:rPr lang="en-US" sz="1800" dirty="0"/>
              <a:t>matrix()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63603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198</Words>
  <Application>Microsoft Office PowerPoint</Application>
  <PresentationFormat>On-screen Show (16:9)</PresentationFormat>
  <Paragraphs>49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Consolas</vt:lpstr>
      <vt:lpstr>Calibri</vt:lpstr>
      <vt:lpstr>Montserrat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113</cp:revision>
  <dcterms:modified xsi:type="dcterms:W3CDTF">2025-06-26T16:15:04Z</dcterms:modified>
</cp:coreProperties>
</file>